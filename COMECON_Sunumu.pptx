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Arnavutluk 1961'den sonra toplantılara katılmadı, 1987'de resmen ayrıldı. Doğu Almanya 1990'da Almanya'nın birleşmesiyle ayrıldı. Finlandiya, Irak, Meksika ve Nikaragua ile işbirliği anlaşmaları yapıldı.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COMECON (1949–1991)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 SAVAŞTA DOĞU BLOKU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COMECON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Karşılıklı Ekonomik Yardımlaşma Konseyi (1949–1991)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Ocak 1949 Moskova konferansında kararlaştırıldı, 25 Ocak 1949'da duyuruldu.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 Planı ve Avrupa Ekonomik İşbirliği Örgütü'ne (OEEC, 1948) Sovyet yanıtı.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Sovyetler Birliği, Bulgaristan, Çekoslovakya, Macaristan, Polonya, Romanya.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kısaltması CMEA (Rusça SEV); Batı'da "Comecon" olarak bilinir.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ekonomik planların koordinasyonu; ekonomik, bilimsel ve teknik işbirliği.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Moskova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Batı'da AET'den 9 yıl önce kuruldu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Üyelik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kurucu; Şubat'ta Arnavutluk katıldı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 Almanya (DAC)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Moğolistan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Yugoslavya ortak statü aldı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Kurumsal yapı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 Oturumu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üst resmi organ; genellikle başbakanların başkanlığındaki heyetlerle yılda bir toplanır.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 Komitesi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Oturumlar arasında politikayı yürütür; genellikle başbakan yardımcıları düzeyinde.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Sekretarya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daimi organ; Moskova'da, kuruluştan itibaren bir Sovyet yetkilinin başkanlığında.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Komisyonlar ve bankalar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1986'da 24 daimi komisyon. Uluslararası Ekonomik İşbirliği Bankası (1963) ve Uluslararası Yatırım Bankası (1970).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İşleyiş kuralları ve ilkeler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Sofya İlkesi (1949):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ve buluşlar sembolik bir bedelle paylaşılır; az sanayileşmiş üyeler lehine.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1959 Tüzüğü: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"Egemen eşitlik"; büyüklüğünden bağımsız olarak her üyeye bir oy.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Oybirliği: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1967'ye kadar tüm kararlar oybirliği gerektirdi; sonra "ilgili taraf ilkesi" ile istemeyen üye projeye katılmayabildi.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rublesi: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Üyeler arası ticaretin hesaplaşma birimi; konvertibl değildi.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Kapsamlı Programlar: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1971'de resmi dil "işbirliği"nden "entegrasyon"a geçti; 1985 programı bilim ve teknolojiye odaklandı.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Kruşçev'in projesi ve Romanya'nın itirazı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Kruşçev, tek bir ortak planlama organı ve üyeler arası işbölümü önerdi.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İşbölümü riski: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sanayileşmiş üyeler hammadde ve tarım üreticisi rolünde kalabilirdi.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Romanya'nın tutumu: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sanayileşme planından vazgeçmeyi reddetti ve 1964'te ulusal egemenliği vurgulayan bir bildiri yayımladı.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Uluslarüstü planlama organı kurulamadı; COMECON hükümetlerarası bir koordinasyon yapısı olarak kaldı.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için not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AET'deki uluslarüstü Komisyon ile karşılaştırın: egemenlik devri neden Batı'da kabul gördü de Doğu'da reddedildi?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Enerji ve ticaret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Sovyet enerjisi: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ve doğalgaz üyelere dünya fiyatlarının altında satıldı; Druzhba petrol boru hattı 1964'te tamamlandı.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Küba: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Şeker karşılığında elverişli koşullarla petrol aldı.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Ucuz enerji, ekonomik bağımlılık ve siyasi bağlılık ilişkisini güçlendirdi.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 ile ticaret: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dönemde Batı ile ticaret, blok içi ticaretten daha hızlı büyüdü.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 kredileri: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1970'lerde bazı üyeler Batı'dan yoğun borçlandı; Polonya 1981'de borç krizine girdi.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COMECON ve AET: yapısal karşılaştırma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planlı ekonomiler; fiyatlar piyasa sinyali taşımıyordu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Konvertibl olmayan para, ikili takas ağırlıklı ticaret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üyenin (SSCB) ezici ağırlığı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Hükümetlerarası yapı, bağlayıcı ortak hukuk yok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Egemenlik kaygısı entegrasyonu sınırladı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AET / AB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Piyasa ekonomileri; gümrük birliği ve ortak pazar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dolaşım ve sonraki dönemde ortak para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dengeli büyüklükte kurucu devletler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Uluslarüstü kurumlar ve Adalet Divanı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Egemenlik devri antlaşmalarla hukuki zemine oturtuldu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Çözülüş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Gorbaçov dönemi; perestroyka ile canlandırma girişimi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Üyelere AT ile doğrudan ticaret anlaşması yapma imkânı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 Avrupa'da rejim değişiklikleri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Ocak: ticarette sert paraya ve dünya fiyatlarına geçiş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Haziran: Budapeşte'de 90 gün içinde fesih kararı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Aralık: Sovyetler Birliği dağıldı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Miras: COMECON'dan AB'ye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üyelerden Polonya, Çekya, Slovakya ve Macaristan 2004'te, Bulgaristan ve Romanya 2007'de AB'ye katıldı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 Almanya 1990'da Almanya'nın birleşmesiyle AT'ye dahil oldu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Sovyet enerjisine bağımlılık, 2022 sonrası AB enerji politikasının da merkezindeki konu oldu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Karşılaştırmalı bölgesel entegrasyon çalışmaları için güçlü bir "karşı örnek"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COMECON'un başarısızlığı ekonomik modelle mi, yoksa siyasi yapıyla mı açıklanmalı?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Romanya'nın 1964 itirazı ile bugün AB içindeki egemenlik tartışmaları arasında benzerlik var mı?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bağımlılığı bir entegrasyon aracı mı, yoksa bir kontrol aracı mı?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"Comecon" — en.wikipedia.org (kuruluş, üyelik, kurumlar, Sofya İlkesi, fesih)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Kaser, M. (1967), Comecon: Integration Problems of the Planned Economies, Oxford University Press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CVCE.eu (Lüksemburg Üniversitesi), Soğuk Savaş dönemi ekonomik örgütler belgeleri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ve kurumsal bilgiler belirtilen kaynaklara göre kontrol edilmiştir (Ekim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COMECON</dc:title>
  <dc:subject>PptxGenJS Presentation</dc:subject>
  <dc:creator>SBK 3035 – ÇÖMÜ SBF</dc:creator>
  <cp:lastModifiedBy>SBK 3035 – ÇÖMÜ SBF</cp:lastModifiedBy>
  <cp:revision>1</cp:revision>
  <dcterms:created xsi:type="dcterms:W3CDTF">2026-10-10T10:00:08Z</dcterms:created>
  <dcterms:modified xsi:type="dcterms:W3CDTF">2026-10-10T10:00:08Z</dcterms:modified>
</cp:coreProperties>
</file>